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Claude AI Training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4294E"/>
                </a:solidFill>
              </a:defRPr>
            </a:pPr>
            <a:r>
              <a:t>Master Generative AI for Business Productivity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Program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5-week comprehensive training program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Learn to leverage Claude AI in your daily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Practical, hands-on exercises for all departments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Real business use cases and ROI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Certification upon completion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Who Should Attend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HR &amp; Talent Management teams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Marketing &amp; Communications professionals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Sales &amp; Business Development teams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Customer Support &amp; Service teams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Operations &amp; Finance teams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Leadership &amp;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All skill levels from beginners to intermediate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22222"/>
                </a:solidFill>
              </a:defRPr>
            </a:pPr>
            <a:r>
              <a:t>WEEK 1: AI &amp; Claude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Building foundational knowledge about AI, Claude, and essential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Understand AI and Generative AI fundamentals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Learn about Large Language Models and how they 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Become familiar with Claude and Anthropic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Explore Claude's interface and core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Understand responsible AI and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Start using Claude for basic business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AI: Systems designed to perform tasks that typically require human intelligence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Machine Learning: Systems that improve from data without explicit programming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Deep Learning: Neural networks inspired by the human brain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Generative AI: Systems that create new content (text, images, code,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Key Distinction: Generative AI focuses on creating, not just classifying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Large Language Models (LLMs)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What They Are: Neural networks trained on massive amounts of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How They Work: Predict the next word based on context and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Training Data: Diverse internet text, books, articles (with careful curation)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Parameters: Billions of numerical weights that enable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Generative Process: Iteratively predict and generate human-like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The Evolution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2011: IBM Watson wins Jeopardy!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2016: AlphaGo defeats Lee Sedol at Go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2018: BERT and GPT-1 emerge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2020: GPT-3 demonstrates few-shot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2022: ChatGPT crosses 1M users in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2023-2024: Claude 3 family raises new standards for capability and safety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Meet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Developed by: Anthropic (AI safety company)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Purpose: Safe, helpful, and honest AI assistant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Approach: Constitutional AI - trained with human feedback and principles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Strengths: Nuanced reasoning, accuracy, long-context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Available: Web, API, IDE plugins, ChatGPT-like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Philosophy: Transparency and responsible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About Anthropic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Founded: 2021 by former members of OpenAI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Mission: Develop safe, beneficial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Focus: Constitutional AI, interpretability, and responsible 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Research: Published groundbreaking papers on AI safety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Commitment: AI should augment human capabilities, not replace them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Values: Transparency, rigorous testing, ethical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Claude Model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Claude 3 Opus: Most capable, best for complex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Claude 3 Sonnet: Balanced performance and speed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Claude 3 Haiku: Fastest, most compact, ideal for high-volume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Context Window: 100K tokens (Sonnet, Haiku); 200K tokens (Opus)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Tokens: ~4 words = 1 token; allows processing long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Latest: Claude 3.5 family with enhanced capabilities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Claude Models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294E"/>
                </a:solidFill>
              </a:defRPr>
            </a:pPr>
            <a:r>
              <a:t>Opus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Best for complex tasks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Highest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Longer processing 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Most expensive per token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Ideal for critical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294E"/>
                </a:solidFill>
              </a:defRPr>
            </a:pPr>
            <a:r>
              <a:t>Sonnet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Best balanced choice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Fast and capable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Cost-effective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Suitable for most tasks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Production workload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Claude's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Projects: Organized workspaces for related conversations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Knowledge Files: Upload documents for analysis and reference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Artifacts: Rich content creation (code, documents, visualizations)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File Uploads: Process PDFs, images,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Image Understanding: Analyze screenshots, diagrams, photos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Context Window: Process entire books or codebases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Search: Find and cite information from your knowledge 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Claude Interface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Web Interface (claude.ai): Chat-based interaction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Projects Tab: Organize conversations by project or department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Upload Pane: Attach files for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Assistant Panel: Configure system prompts and settings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Conversation History: Review and export past interactions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Mobile App: Access Claude on the 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Projects &amp;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Create projects for different departments or initiatives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Share projects with team members (enterprise feature)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Store related conversations in one place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custom instructions for project-specific behavior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Examples: Marketing Campaigns, Sales Proposals, HR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Benefits: Better context, improved organization, team collaboration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Knowledge Files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Upload up to 20 PDFs per conversation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Process documents up to 100K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Claude cites sources in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for: Brand guidelines, company policies, product specs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Workflow: Upload &gt; Claude reads &gt; Analyze &gt; Generate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Privacy: Files stored securely in your account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Artifacts &amp; Rich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Create and edit documents, code, and visualizations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HTML/CSS/JavaScript for interactive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Python, JavaScript, React for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Standalone viewing and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Easy sharing and collaboration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Export and download capabilities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File Upload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Supported Formats: PDF, TXT, DOCX, XLSX, images (PNG, JPG)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Size Limits: Up to 20 files per conversation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Processing: Instant analysis and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Cases: Contract review, data analysis, image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Quality: Works with scanned documents and complex layouts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Storage: Uploaded files are secure and private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Image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Analyze screenshots, charts, diagrams, and photos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Extract text from images (OCR)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Interpret data visualizations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Understand context and meaning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Cases: UI/UX feedback, data analysis, competitor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Combine images with text for richer context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Context Window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Context: All information Claude can 'see' in a conversation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Tokens: Measurement of text size (1 token ≈ 4 words)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100K-200K token window: Equivalent to 40,000-80,000 words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Practical Limit: A 400-page book or entire codebase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Advantage: Process entire documents in one conversation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Better: More context = more accurate responses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Claude vs. ChatGPT vs. Gemini vs.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294E"/>
                </a:solidFill>
              </a:defRPr>
            </a:pPr>
            <a:r>
              <a:t>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Strength: Reasoning &amp; safety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Best for: Analysis, writing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Context: 100K-200K tokens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Speed: Opus slower, Sonnet fast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API: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294E"/>
                </a:solidFill>
              </a:defRPr>
            </a:pPr>
            <a:r>
              <a:t>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Strength: Popularity, ecosystem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Best for: General tasks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Context: 128K tokens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Speed: Very fast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• API: Widely available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Responsible AI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Transparency: Understand AI limitations and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Human Oversight: AI augments, not replaces human judgment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Bias Awareness: AI can inherit biases from training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Privacy First: Never share sensitive/PII with AI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Fact-Checking: Verify outputs before using for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Ethical Use: Consider implications of AI-generated content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Security &amp; Privacy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Encryption: All data encrypted in transit and at rest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No Data Training: Your conversations don't train Claude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Privacy Mode: Enterprise option for enhanced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SOC 2 Certified: Meets enterprise security standards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GDPR Compliant: Respects data protection regulations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Audit Trail: Track who accessed what and when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Getting Started: Your First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Anatomy: Task + Context +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Simple: 'Summarize this quarterly report'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Better: 'Summarize this Q3 report for a board meeting, 2-3 paragraphs'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Best: [Context] Please summarize [specific info] in [format]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Don't overcomplicate: Start simple and iterate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Experiment: Try different phrasings to see what works best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Setting Up Your Claude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30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Visit claude.ai and create your account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Explore the interface and menu options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Create your first Project named 'Training'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Upload a sample document (PDF or text)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Send your first prompt to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Active Claude account with profile completed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First project created and documented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Sample conversation with uploaded file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Hands-On: Document Summarization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Find a business document (report, article, email)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Upload it to Claude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Ask Claude to summarize it in 3-5 bullet points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Try different formats: bullets, paragraph, table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Note what works best for your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3-5 bullet point summary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Paragraph format summary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Observation of which format is most useful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Hands-On: Email Draft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Describe a business situation needing an email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Ask Claude to draft the email with tone/length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Iterate: refine tone, length, specific details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Customize for your role and audience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Critique: Is it professional? Does it sound natural?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First draft email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Revised version with specific feedback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Final polished email ready to send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1 Homework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Complete 20 prompts related to your job role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Categories: 5 summarization, 5 writing, 5 analysis, 5 brainstorming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Document: Save prompts and outputs in a workbook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Reflection: Note what worked and what didn't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Share: Bring 3 examples to discuss in Week 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Goal: Build comfort with Claude's capabilities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1 Quiz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Quiz covers: AI fundamentals, LLMs, Claude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Format: 10 multiple choice + 2 short answer questions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Duration: 15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Access: Online through training portal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Passing Score: 70% required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Review: Solutions provided after submission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1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AI and Generative AI are transformative technologies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Claude is a sophisticated but accessible tool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Understanding your tool enables better 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Security and ethics are built-in, not afterthoughts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Practice and iteration improve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Start simple, build complexity over time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22222"/>
                </a:solidFill>
              </a:defRPr>
            </a:pPr>
            <a:r>
              <a:t>WEEK 2: Prompt Engineering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Learn to craft effective prompts that get better results from Claude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Master the anatomy of effective prompts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Learn role-based and context-based prompting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Understand XML and Markdown prompt structures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Apply few-shot prompting for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Develop iterative refinement skills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Build and manage a personal prompt library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The Anatomy of a Great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Context: What Claude needs to know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Task: What you want Claude to 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Format: How you want the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Constraints: Any limitations or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Examples: Few-shot demonstrations (optional)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Formula: [Context] + [Task] + [Format] = Better results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Good Prompt vs. Great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Bad: 'Write an email'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Good: 'Write a professional email to a client'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✓✓ Great: 'Write a 3-paragraph professional email to a prospect about our new product. Tone: friendly but authoritative. Include 1 call-to-action.'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Key Difference: Specificity and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Rule: More detailed prompts = More aligned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Test: If you can understand your request, Claude can too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Role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Concept: Assign Claude a persona or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Format: 'You are a [role]. [Task]'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Examples: 'You are a marketing expert...', 'Act as a financial analyst...'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Claude adapts language, depth, and perspective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Case: Industry-specific terminology, tone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 Tip: Combine with context for maximum impact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Context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Concept: Provide relevant background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What to Include: Company info, audience, constraints, goals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Format: 'Background: [context]. Task: [what to do]'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Claude understands nuances and priorities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Examples: Industry context, target audience, brand guidelines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Impact: Reduces revisions and improves accuracy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XML &amp; Markdown Prompt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XML: Structured tags for clarity and machine-readability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Example: &lt;role&gt;Marketing Manager&lt;/role&gt;&lt;task&gt;Create email&lt;/task&gt;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Markdown: Use headers, lists, code blocks for organization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Example: '## Task\n- Point 1\n- Point 2'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When to Use: Complex multi-part prompts or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Advantage: Improves Claude's understanding of complex requests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Few-Shot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Concept: Show examples of desired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Format: 'Example 1: [input] → [desired output]'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Teaches Claude your exact style and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Case: Consistent tone, specific categories, formatting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Powerful For: Brand voice, classification, structured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Tip: 2-3 examples are usually sufficient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Iterative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Concept: Refine through multiple rounds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Cycle: Ask → Review → Adjust → Ask Again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Benefits: Convergence toward perfect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Phrases: 'Make it shorter', 'Add more detail', 'Change tone to [X]'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Efficiency: 2-3 iterations usually sufficient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 Tip: Save iterations to learn what works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Chain-of-Thought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Concept: Ask Claude to show its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Format: 'Let's think step by step...', 'Show your reasoning'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More accurate answers, easier to verify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Case: Complex analysis, problem-solving, calculations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Effective For: Getting Claude to catch its own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Example: 'Before answering, list the key factors to consider'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Output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 Specific: 'Format as a bulleted list', 'Use Markdown table'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Templates: 'Use this template: [template]'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Structure: 'Organize into 3 sections: Executive Summary, Details, Next Steps'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Length: 'Keep under 200 words', 'Aim for 2-3 paragraphs'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Style: 'Use active voice', 'Adopt a conversational tone'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Saves time on reformatting and reduces back-and-forth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Building Your Prompt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Create: Document reusable prompts for common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Organize: Group by function, department, or use case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Template: Include [Context], [Task], [Format] sections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Test: Validate each prompt works as expected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Share: Document for team collaboration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Maintain: Update based on what you learn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Prompt Optimization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Clarity: Use simple, direct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Specificity: Include concrete details and examples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Structure: Organize with headers and lists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Constraints: Set clear boundaries and expectations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Testing: Iterate to find what works best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Documentation: Record successful prompts for reuse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Prompt Rewriting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1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Read 5 poorly-written prompts (provided)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Identify what's missing: context, clarity, format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Rewrite each prompt with improvements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Test rewrites against originals (compare outputs)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Note differences in quality and usefulness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5 rewritten prompts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Analysis of improvements made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Before/after comparison document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Build Your Reusable Prompt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1.5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Identify 5 recurring tasks in your role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Write a template prompt for each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Include [Context], [Task], [Format] clearly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Test each template with real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Document tips for best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5 template prompts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Test results for each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Usage guide with tips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Department-Specific Prompt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Work in department groups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Identify 3 common challenges in your department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Create optimized prompts for each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Present to full group for feedback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Refine based on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3 tested department prompts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Presentation to group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Refined final versions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Prompt Debugging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1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Receive 5 prompts that generate suboptimal outputs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Analyze why each one isn't working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Revise to improve results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Document the problem and solution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Share learning with peers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Problem analysis for each prompt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Revised prompts with explanations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Debug checklist for future reference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2 Homework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Build a personal prompt library with 30+ prompts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Organize by: Writing, Analysis, Brainstorming, Task-specific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For each prompt: Include purpose, template, example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Bonus: Create 5 few-shot examples for your domain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Documentation: Prepare to present 5 favorites in Week 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Goal: Have battle-tested prompts ready for daily use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2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Prompt quality directly impacts response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Structure and specificity are your best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Iteration and testing build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Templates enable consistency and speed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Documenting prompts creates organizational knowledge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Share prompts to amplify team productivity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22222"/>
                </a:solidFill>
              </a:defRPr>
            </a:pPr>
            <a:r>
              <a:t>WEEK 3: Claude for Business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Apply Claude to solve real problems across your department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Identify high-impact use cases in your department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Learn department-specific Claude workflows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Master practical business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Automate routine tasks with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Measure and document productivity gains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Create your first AI-assisted workflow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Universal Business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🔤 Writing: Emails, proposals, reports,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📊 Analysis: Data interpretation, trend spotting,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🧠 Brainstorming: Ideas, problem-solving,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📋 Summarization: Documents, meetings,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🔄 Formatting: Tables, lists, structured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✂️ Editing: Proofreading, tone adjustment, refactoring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📊 HR: Candidate Screening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Department: Human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Manual resume review and onboarding materials are time-consuming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Use Claude to automatically extract key qualifications from resumes, draft personalized onboarding plans, and generate interview questions aligned with company 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Results: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60% faster candidate screening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Consistent evaluation criteria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Personalized onboarding reduces time-to-productivity by 30%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Improved retention through better cultural fit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HR Department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Resume Analysis: Extract skills, experience, culture fit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Interview Questions: Generate role-specific interview guides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Job Descriptions: Refine and improve JDs with market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Onboarding: Create personalized checklists and plans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Policy Documents: Draft and review HR policies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Employee Communications: Newsletter, announcements, updates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📊 Marketing: Campaign Ideation &amp; Copywriting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Department: Marketing &amp;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Creating compelling marketing campaigns and copywriting requires extensive brainstorming and iteration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Leverage Claude to generate campaign ideas, write social media posts, emails, and ad copy with consistent brand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Results: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5x faster content creation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Consistent brand messaging across channels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Higher engagement rates through optimized copy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A/B testing ideas ready in minutes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Marketing Department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Campaign Brainstorming: Ideate themes, angles, strategies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Copywriting: Ads, emails, social posts with brand voice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Content Calendar: Plan monthly content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Market Research: Analyze competitors, identify gaps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Email Sequences: Nurture campaigns, welcome series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Analytics Interpretation: Translate metrics to insights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📊 Sales: Proposal Writing &amp; Prospect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Department: Sales &amp; Business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Sales teams spend hours crafting custom proposals and researching prospects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Claude accelerates proposal generation, provides personalized talking points, and creates research summaries for better-informed pitches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Results: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4x faster proposal turnaround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Higher win rates through personalized approaches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Better prospect understanding via AI research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More time for actual selling and relationship building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Sales Department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Prospect Research: Background, company info, decision makers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Proposal Writing: Customized proposals with specific value props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Talking Points: Role-specific conversation starters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Email Sequences: Cold outreach with personalization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Objection Handling: Responses to common sales objections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Deal Analysis: Win/loss analysis and improvement areas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📊 Customer Support: Response Templates &amp;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Department: Customer Support &amp;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Support teams answer similar questions repeatedly, leading to inconsistency and burnout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Empower support with AI-generated response templates, knowledge base searches, and escalation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Results: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50% faster response time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Consistent, high-quality support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Reduced repeat questions through knowledge base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Better escalation decisions via guided recommendations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Customer Support Department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Response Templates: Generate per common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Knowledge Base Search: Find relevant solutions instantly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Tone Matching: Professional yet empathetic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Ticket Analysis: Identify escalation-worthy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FAQ Development: Compile common questions and answers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Customer Sentiment: Analyze feedback for improvements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📊 Operations: Process Documentation &amp; SOP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Department: Operations &amp;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Creating and maintaining SOPs is tedious; documentation often becomes outdated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Use Claude to draft, update, and organize operational procedures with clear steps, examples, and troubleshooting guides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Results: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80% faster SOP documentation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Clearer, more consistent procedures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Easier onboarding for new team members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Reduced errors through standardized processes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Operations Department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SOP Documentation: Standardize procedures across teams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Process Improvement: Analyze and optimize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Training Materials: Create step-by-step guides with visuals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Checklists: Generate compliance and quality checklists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Reporting: Automated reporting and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Knowledge Management: Organize and search company knowledge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📊 Finance: Report Writing &amp; 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Department: Finance &amp;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Finance teams spend time formatting reports, explaining metrics, and creating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Claude accelerates financial analysis, report generation, and helps explain complex financial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Results: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3x faster financial reporting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Clearer stakeholder communication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Better insights from financial 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Time freed for strategic analysis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Finance Department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Financial Reports: Draft reports, summaries, analyses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Data Interpretation: Explain variances and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Budget Analysis: Variances, forecasting,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Compliance Documentation: Policy explanations, audit prep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Executive Summaries: Translate data to business impact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Metrics Explanation: Help stakeholders understand KPIs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📊 Leadership &amp; Management: Strategic Planning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Department: Leadership &amp; Executive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Leaders need synthesis of complex information for decision-making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Claude assists with strategy documents, executive summaries, board presentations, and cross-functional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294E"/>
                </a:solidFill>
              </a:defRPr>
            </a:pPr>
            <a:r>
              <a:t>Results: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Better informed strategic decisions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Clearer executive communications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Faster synthesis of complex information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23232"/>
                </a:solidFill>
              </a:defRPr>
            </a:pPr>
            <a:r>
              <a:t>✓ Time for higher-level strategic thinking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Leadership Department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Strategy Documents: Draft strategic plans, initiatives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Executive Summaries: Synthesize complex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Board Presentations: Compelling narratives and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Cross-functional Communication: Bridge teams with clarity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Decision Support: Analysis of options and implications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Culture Communications: Transparent company updates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Real Business 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Receive a real challenge from your department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Identify how Claude could help solve 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Draft a prompt or workflow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Test with Claude using real or sample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Document the solution and time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Problem statement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Claude-powered solution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Test results with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ROI calculation (time/cost saved)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Department-Specific Workflow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3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Work with your department team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Identify 1 high-priority use case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Design the workflow step-by-step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Create necessary prompts and templates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Run a pilot with real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6. Present results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Workflow diagram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Prompt templates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Pilot test results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Implementation plan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3 Homework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Replace one daily manual task with Claude for one week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Document: What task? How often? Manual time?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Measure: Time saved, quality of output, refinements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Photograph: Show before/after if possible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Reflection: What would make it even better?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Prepare: Present findings in Week 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3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Claude applies across all departments and functions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Start with high-impact, repetitive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Measure time saved and quality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Small wins build momentum for larger adoption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Document workflows for team replication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Iterate based on results and feedback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22222"/>
                </a:solidFill>
              </a:defRPr>
            </a:pPr>
            <a:r>
              <a:t>WEEK 4: Advanced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Master Projects, Knowledge, Artifacts, and automation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Build and manage Claude Projects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Use Knowledge Files for persistent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Create and share Artifacts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Understand Claude Code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Learn about MCP (Model Context Protocol)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Explore integrations and API overview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Process long documents and comparisons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Advanced Features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Projects: Persistent workspaces with shared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Knowledge Files: Upload docs for ongoing reference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Artifacts: Create and edit standalone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Code: Generate and execute code with Claude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MCP: Model Context Protocol for tool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Integrations: Connect to your existing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API: Build custom applications with Claude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Projects: Organization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What: Dedicated workspaces for related conversations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Create: One-click project creation with custom instructions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Organization: Group conversations by project or initiative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Sharing: Invite team members to collaborate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Custom Instructions: Configure Claude for project-specific behavior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History: All conversations in one place for reference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Setting Up Your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Step 1: Create a new project with clear name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Step 2: Write custom instructions (project-specific behavior)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Step 3: Add team members if collaborative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Step 4: Upload relevant documents or knowledge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Step 5: Start conversations knowing context is maintained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Pro Tip: Use projects for ongoing initiatives, campaigns, or clients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Knowledge Files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Purpose: Persistent, reference materials for Claude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Upload: PDFs, documents directly to project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Capacity: Multiple files, each up to 20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Citation: Claude cites sources when using knowledge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Cases: Brand guidelines, company policies,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Advantage: No need to re-upload every conversation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Artifacts: Creating Rich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What: Standalone content (documents, code, HTML)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Types: Markdown docs, code (Python/JS), React components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Edit: Make changes and see live preview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Share: Export or share with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Use: Create templates, tools, or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Workflow: Build &gt; Test &gt; Refine &gt; Deploy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Claude Code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Execute: Run Python code and see immediate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Visualize: Create charts, graphs,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Generate: Build HTML/CSS/JS apps and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Deploy: Create shareable interactive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Debug: Identify and fix errors with Claude's help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Integrate: Connect to data and APIs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Code Examples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Data Analysis: Load CSV, analyze, visualize with matplotlib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Web Scraping: Extract data from websites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Text Processing: Parse, analyze, transform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Dashboard: Create interactive HTML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Automation: Generate scripts to automate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Tools: Build business tools (calculators, converters)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MCP: 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What: Framework for connecting Claude to tools and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Purpose: Give Claude access to real-time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Examples: Calendar, email, code repositories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Case: Automation, data access, tool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Claude can take actions on your behalf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Status: Enterprise/advanced feature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Integrations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Gmail: Search emails, extract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Google Drive: Access and analyze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Slack: Post messages and retrieve channel info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GitHub: Browse repos and understand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Notion: Query and update databases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Custom: Build your own via API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Claude API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Access: Build custom applications using Claude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Models: Choose Opus, Sonnet, or Haiku for your needs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Pricing: Pay per token, no subscription required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Documentation: Extensive guides and examples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SDKs: Python, JavaScript/Node.js, curl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Case: Build chatbots, automation, specialized tools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Long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Capability: Process entire books, reports, codebases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Context Window: 100K-200K tokens (40K-80K words)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Cases: Code review, contract analysis,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Technique: Upload PDF, ask questions about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No need to summarize or extract beforehand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Accuracy: Claude maintains context throughout document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Multi-Document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Task: Compare multiple documents for differences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Process: Upload multiple files, ask for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Use Cases: Contract variations, policy versions, code diffs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Output: Structured comparison with highlights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Efficiency: Eliminate manual side-by-side reading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Example: Compare 3 proposal versions to highlight changes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Workflow Automation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Content Pipeline: Research → Draft → Review → Publish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Screening Process: Upload → Analyze → Score → Rank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Analysis Workflow: Gather → Process → Visualize →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Support Process: Ticket → Analyze → Draft Response → Send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Planning: Brainstorm → Organize → Document → Share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Continuous: Regular inputs, consistent high-quality outputs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Build Your Advanced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1.5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Create a new Claude Project for your department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Write custom instructions (2-3 paragraphs)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Upload 2-3 knowledge files (brand guidelines, policies, docs)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Create 3 initial conversations exploring the setup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Document how this improves your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Project created with custom instructions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Knowledge files uploaded and tested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3 test conversations demonstrating capability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Workflow improvement documentation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Long Document Analysis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1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Select a 20+ page document (report, proposal, contract)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Upload to Claude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Ask 5 analytical questions about the content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Create a structured summary with key points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Demonstrate time saved vs. manual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Uploaded document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5 questions with detailed answers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Structured summary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Time comparison (manual vs. Claude)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Create an Interactive Tool with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Identify a tool that would help your department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Ask Claude to create it (HTML/CSS/JS or Python)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Test the functionality with sample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Refine until it meets your needs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Share with team and gather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Working tool/artifact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Test results with sample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Feedback from team members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Documentation for usage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4 Homework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Design one AI-assisted workflow for your department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Workflow should: Automate 3+ steps, save 5+ hours/week, improve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Document: Process flow diagram, Claude prompts, integration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Prototype: Test workflow with real or sample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Prepare: Create a 5-minute demo for Week 5 capstone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4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Projects enable persistent, organized Claude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Knowledge files provide persistent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Artifacts create standalone, shareable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Code execution opens automation possibilities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Integrations connect Claude to your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Advanced features unlock enterprise-scale value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22222"/>
                </a:solidFill>
              </a:defRPr>
            </a:pPr>
            <a:r>
              <a:t>WEEK 5: AI Adoption &amp;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Implement Claude at scale and complete your capstone project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Understand AI governance and risk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Master responsible AI principles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Learn change management strategies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Measure and communicate ROI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Avoid common AI implementation mistakes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Build your capstone project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Present your AI-powered solution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AI 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Policies: Clear guidelines for AI tool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Oversight: Human review of critical AI outputs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Compliance: Adherence to regulations (GDPR,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Security: Protect sensitive data and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Transparency: Clear communication about AI 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Accountability: Track decisions and outcomes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Responsible AI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Transparency: Disclose when AI is used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Human Oversight: AI augments, not replaces, human judgment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Fairness: Evaluate and mitigate bias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Accountability: Clear responsibility for outcomes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Privacy: Protect personal and sensitive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Safety: Test extensively before deployment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Never: Share passwords, credentials, or PII with Claude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Never: Upload confidential internal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Do: Use privacy-first, encrypted connections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Do: Review outputs before using for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Do: Implement approval workflows for critical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Do: Audit and log AI usage for compliance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Human-in-the-Loop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Principle: Humans make final decisions on critical matters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Framework: AI suggests → Human reviews → Human decides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Critical Tasks: Legal, financial, HR, customer-facing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Implementation: Workflows requiring sign-off before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Training: Help team understand when to question AI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Balance: Automate routine, review complex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Change Management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Phase 1: Awareness - Show value, address concerns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Phase 2: Adoption - Hands-on training, quick wins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Phase 3: Integration - Build AI into standard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Phase 4: Optimization - Measure, refine,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Phase 5: Culture - AI fluency becomes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Success Metric: 80%+ of relevant teams using Claude weekly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Measuring Productivity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Track: Time saved, quality improvements, error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Metrics: Hours freed, cost per task, accuracy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Before/After: Document baseline, measure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ROI: (Value Gained - Costs) / Costs × 100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Communication: Share wins to drive adoption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Continuous: Reassess quarterly for optimization opportunities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Calculating ROI: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Scenario: Email drafting task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Manual Time: 30 min/email, 10 emails/week = 5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Claude Time: 5 min/email, 10 emails/week = 50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Time Saved: 4.17 hours/week = ~217 hours/year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Value: $60/hour × 217 hours = $13,020/year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Cost: Claude subscription $20/month = $240/year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ROI: ($13,020 - $240) / $240 × 100 = 5,325% ROI!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Best Practices for AI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Start Small: Pilot with low-risk, high-value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Get Buy-in: Demonstrate value early and often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Train Thoroughly: Invest in education and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Document Workflows: Create templates and playbooks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Measure Everything: Track metrics and ROI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Iterate Continuously: Refine based on feedback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Common Implementation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Assuming AI is infallible - Always verify outputs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Using same prompts for all contexts - Customize per task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Ignoring security/privacy - Consider data sensitivity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No change management - People are hardest part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Over-automating - Keep humans in the loop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❌ Not measuring impact - Can't improve what you don't track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Future of AI: Trends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Multimodal AI: Better understanding of images and audio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Real-time Reasoning: Faster, more complex problem-solving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Specialized Models: Tailored for specific industries/tasks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AI Agents: Autonomous systems taking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Personalization: AI customized to individual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Transparency: Better explainability of AI decisions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AI Agents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What: AI that takes autonomous actions toward goals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How: Plan steps → Execute → Verify → Adapt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Examples: Booking meetings, writing reports, data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Benefit: Minimal human oversight for routine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Current State: Early, enterprise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Future: More autonomous, more capabilities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Business Transformation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Operational: Automate routine tasks, improve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Strategic: Better decisions through faster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Customer: Personalized experiences, faster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Innovation: New product/service possibilities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Competitive: Differentiation through AI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Mindset: From "Can we?" to "How do we scale?"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Capstone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Goal: Build a complete Claude-powered workflow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Scope: Solve a real business problem in your department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Components: Problem statement, solution, demo, ROI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Duration: Weeks 4-5 (4+ hours of development)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Deliverable: Live demo +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Presentation: 5-10 minutes to peers and leadership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Capstone Project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Real Business Problem: Address actual departmental challenge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Claude-Powered: Use Claude as core component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Reproducible: Can be replicated by others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Measurable Impact: Calculate time/cost savings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Well-Documented: Instructions, prompts, workflow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Scalable: Can expand to other teams/departments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Capstone 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4 (Hours 1-2): Define problem and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4 (Hours 3-4): Build and test workflow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4 (Hours 5-6): Create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5 (Monday): Prepare 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5 (Wednesday): Present to group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5 (Friday): Finalize for deployment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Capstone Project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4-6 hours (across Weeks 4-5)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Define: Clear problem statement and success criteria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Design: Solution architecture and workflow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Build: Implement with Claude and test thoroughly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Document: Create guides, templates, instructions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Calculate: ROI, time saved, quality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6. Prepare: Presentation and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Project documentation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Working demonstration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ROI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Deployment instructions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🎯 Capstone Presentation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74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294E"/>
                </a:solidFill>
              </a:defRPr>
            </a:pPr>
            <a:r>
              <a:t>⏱️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Instructions: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Create 10-slide deck covering: Problem, Solution, Demo, ROI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Prepare 5-minute verbal presentation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Practice with timing and speaking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Prepare for Q&amp;A about implementation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Create handout with key learnings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Expected Deliverables: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Presentation deck (10 slides)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2-minute demo video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Handout document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✓ Q&amp;A preparation guide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Capstone Presentation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Problem Clarity (20%): Is the business problem clear?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Solution Innovation (20%): Creative use of Claude?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ROI/Impact (20%): Measurable, meaningful improvements?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Documentation (20%): Clear enough for others to replicate?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Presentation (20%): Engaging, well-structured delivery?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Week 5 Quiz -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Covers all 5 weeks of material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Format: 15 multiple choice + 3 short answer questions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Duration: 30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Passing Score: 80% required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Focus: Application and understanding, not memorization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Review: Solutions provided with explanation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Program Completion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Requirements to Earn Certificate: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Attend all 5 weeks (80% attendance minimum)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Pass all 5 weekly quizzes (70% score minimum)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Complete capstone project (meets requirements)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Deliver capstone 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✓ Provide feedback survey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Certificate recognizes Claude AI proficiency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Next Steps: Sustaining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Monthly Lunch &amp; Learns: Share wins and learn from peers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Prompt Library: Curate best prompts company-wide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Expert Community: Connect advanced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ROI Tracking: Quarterly assessment of impact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Continuous Learning: Advanced workshops as adoption grows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Integration: Embed Claude into standard tools and workflows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5-Week Program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1: Foundations (40 slides) - AI, Claude,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2: Prompt Engineering (30 slides) - Crafting better prompts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3: Productivity (25 slides) - Department-specific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4: Advanced (20 slides) - Projects, Knowledge,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Week 5: Adoption (25 slides) - Governance, ROI, Capstone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Total: 140 slides + interactive exercises + capstone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Program 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Participation: 100+ employees across departments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Completion Rate: Target 85%+ graduation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Adoption: 70%+ using Claude monthly within 6 months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ROI: Target $500K+ annual productivity gains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Satisfaction: 90%+ positive feedback rating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Impact: Transform how teams work with AI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294E"/>
          </a:solidFill>
          <a:ln>
            <a:solidFill>
              <a:srgbClr val="D4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Final Thoughts: Your AI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You're now equipped with Claude skills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Impact multiplies when you share knowledge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AI is a tool that makes you better at your 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The future belongs to AI-fluent professionals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Keep learning, experimenting, and innovating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• Welcome to the AI-powered workforce!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Congratulations!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4294E"/>
                </a:solidFill>
              </a:defRPr>
            </a:pPr>
            <a:r>
              <a:t>You're ready to transform your work with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