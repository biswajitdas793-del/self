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2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D4294E"/>
                </a:solidFill>
              </a:defRPr>
            </a:pPr>
            <a:r>
              <a:t>Claude AI Training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Master AI Tools for Business Excellence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Welcome to the Program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🎯 5-week intensive training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💼 Real business applications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📊 Expected ROI: $500K+ annually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👥 250+ employees across 7 departments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✅ Production-ready skills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What You'll 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Week 1: AI &amp; Claude Fundamentals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Week 2: Prompt Engineering Mastery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Week 3: Business Productivity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Week 4: Advanced Features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Week 5: AI Adoption &amp; Capstone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About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AI Assistant by Anthropic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200,000 token context window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Trained on quality data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Helpful, harmless, honest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Industry-leading capabilities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Why AI Matters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📈 AI adoption growing 40% YoY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💰 Early adopters gain 2-3x advantage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⚡ 70% time savings on routine tasks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🎯 Competitive necessity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🚀 Career advancement opportunity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Claude vs Other AI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Better reasoning &amp; analysis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Larger context window (200K tokens)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More accurate outputs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Better at coding &amp; technical work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Enterprise-grade security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What is Generative AI?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AI that creates NEW content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Learns patterns from data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Generates text, code, images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Based on Large Language Models (LLMs)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Powered by deep learning &amp; neural networks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How Claude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1. You provide a prompt (input)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2. Claude processes your request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3. Claude generates a response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4. You can refine &amp; iterate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5. Perfect the output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Key Claude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📝 Writing &amp; editing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🔍 Analysis &amp; research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💻 Code generation &amp; debugging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📊 Data analysis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🎨 Creative content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Projects Feature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Organize conversations by topic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Add custom instructions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Save context for consistency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Collaborate with team members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Reuse for similar tasks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Knowledge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Upload company documents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Claude understands your context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Consistent with brand voice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Private &amp; secure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Reference specific content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Artifacts Feature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Create standalone code/documents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Render interactive content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Export for use elsewhere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Professional quality output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Real-time editing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File Uploads &amp; Images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Upload PDFs, Word docs, spreadsheets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Analyze images &amp; screenshots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Process data files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Review documents with context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Extract &amp; summarize information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Context Window Explained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200,000 tokens = ~150,000 words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Entire books in one conversation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Long-term context preservation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No information loss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Better for complex tasks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Fewer context-switching errors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Responsible AI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🔒 Never share sensitive data (passwords, PII)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✅ Always verify important facts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⚖️ Keep humans in control of decisions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🔍 Transparent about AI use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Ethical application only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Privacy &amp;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Enterprise-grade encryption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Data not used for training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Compliance with regulations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Regular security audits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Your data stays private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Common Misconceptions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❌ Claude will replace me → ✅ Claude enhances your work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❌ It's not accurate → ✅ Highly reliable when used right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❌ Too complicated → ✅ Intuitive interface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❌ Only for tech → ✅ Works for all departments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Getting Started with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1. Go to claude.ai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2. Sign up (free or pro)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3. Start a conversation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4. Try it out with simple prompts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5. Explore features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Hands-On Exercise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Task: Sign up for Claude.ai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Write your first prompt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Example: 'Summarize this topic in 3 bullet points'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Try asking a follow-up question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Share your experience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Hands-On Exercise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Task: Upload a document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Ask Claude to summarize it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Ask for key takeaways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Request in different format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Compare outputs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Week 1 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Claude is a powerful AI assistant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It works best with clear prompts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Privacy &amp; security are built-in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Responsible use is essential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You can learn quickly &amp; easily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Week 1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Q1: What is Claude?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Q2: Name 3 features of Claude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Q3: What is context window?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Q4: Why is prompt clarity important?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Q5: How do you protect sensitive data?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2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D4294E"/>
                </a:solidFill>
              </a:defRPr>
            </a:pPr>
            <a:r>
              <a:t>Week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Prompt Engineering Mastery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The Prompt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CONTEXT + TASK + FORMAT = GREAT RESULTS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❌ Bad: 'Write something'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✅ Good: 'As a marketing expert,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 write a 200-word blog intro about AI,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 in friendly, engaging tone'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Anatomy of a Great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1. Context: Who are you? What's the background?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2. Task: What exactly do you want?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3. Format: How should it look?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4. Tone: What's the style?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5. Details: Any specific requirements?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Role Prompting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Give Claude a role for better outputs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Examples: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• 'As a HR manager...'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• 'As a marketing expert...'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• 'As a technical writer...'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Improves relevance &amp; accuracy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Context Prompting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Provide background information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Examples: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• Company size, industry, stage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• Target audience, their needs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• Tone &amp; brand guidelines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Ensures outputs match your needs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Output Format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Tell Claude HOW you want it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Examples: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• '3-bullet list'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• 'Table with 4 columns'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• 'JSON format'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Gets exactly what you need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Few-Shot Prompting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Show examples of what you want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Pattern: 'Here's an example, now do similar'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Benefits: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✓ Clearer expectations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✓ Better consistency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✓ Fewer revisions needed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Iterative Refinement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First prompt: 80% there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Second: 'More concise please'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Third: 'Add statistics'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Fourth: 'Perfect!'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Collaboration between you &amp; Claude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Chain-of-Thought Prompting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Ask Claude to 'think step by step'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Better for: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• Complex analysis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• Math problems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• Strategic decisions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More accurate, explainable reasoning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Prompt 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Be specific and clear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Provide context &amp; background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Specify desired output format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Use examples when helpful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Iterate to perfection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Common Prompt Mistakes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❌ Too vague ('Write something good')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❌ Missing context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❌ No format specified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❌ Conflicting instructions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Avoid these for better results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Building Your Prompt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Save prompts that work well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Organize by department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Add comments explaining use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Share with your team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Build a growing toolkit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HR Prompt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Role: 'You are an HR specialist'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Task: 'Create screening criteria'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For: '[Job Title] role'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Include: 'Must-have and nice-to-have skills'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Format: 'Bulleted list'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Marketing Prompt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Role: 'You are a content strategist'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Task: 'Create 5 social media posts'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Topic: '[Your product/service]'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Tone: 'Friendly and engaging'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Format: 'One per line, with hashtags'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Sales Prompt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Role: 'You are a sales professional'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Task: 'Draft an outreach email'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To: '[Company name] decision maker'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Length: '3 paragraphs'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Include: 'Personal touch and value prop'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Support Prompt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Role: 'You are a customer support expert'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Task: 'Write response to complaint'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Issue: '[Customer problem]'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Tone: 'Empathetic and solution-focused'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Format: '2-3 paragraphs'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Finance Prompt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Role: 'You are a financial analyst'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Task: 'Summarize Q3 performance'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Data: '[Key metrics]'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Include: 'Key insights and trends'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Format: 'Executive summary style'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Exercise: Prompt Rewriting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❌ Bad: 'Write email'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Better: 'Write professional 3-paragraph job offer email'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Practice rewriting 3-5 weak prompts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Make them specific and actionable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Exercise: Create Your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Write 5 prompts for YOUR role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Document each one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Test each prompt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Save in shared file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Be ready to share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Week 2 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Specificity matters enormously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Context + Task + Format = success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Iteration improves results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Build a library for reuse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Practice makes perfect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2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D4294E"/>
                </a:solidFill>
              </a:defRPr>
            </a:pPr>
            <a:r>
              <a:t>Week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Claude for Business Productivity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Universal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Writing &amp; editing any content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Analyzing documents &amp; data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Brainstorming ideas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Research &amp; summarization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Problem-solving &amp; strategy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HR Department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Resume screening &amp; ranking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Job description writing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Interview question generation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Offer letter drafting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Onboarding documentation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HR Impact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Task: Screen 50 resumes for Manager role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Without Claude: 3-4 hours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With Claude: 30-45 minutes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Savings: 3+ hours per position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Impact: 60% faster hiring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Marketing Department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Blog post &amp; content creation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Social media calendar planning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Email campaign writing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Product description copy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Campaign brief development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Marketing Impact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Task: Create 20 social posts + 4 blogs/month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Without Claude: 40+ hours/month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With Claude: 12 hours/month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Savings: 28 hours/month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Output: 5x more content, better quality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Sales Department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Proposal &amp; quote generation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Personalized outreach emails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Discovery call prep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Objection handling guides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Win/loss analysis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Sales Impact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Task: Create custom proposals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Without Claude: 4-6 hours per proposal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With Claude: 1 hour per proposal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Result: 4x faster proposals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Benefit: More opportunities pursued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Support Department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Response templates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Knowledge base articles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FAQ creation &amp; updates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Ticket analysis &amp; routing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First response automation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Support Impact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Task: Handle 100 tickets/day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Without Claude: 6-8 hours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With Claude: 4-5 hours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Savings: 2-3 hours daily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Impact: 40% faster response time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Operations Department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SOP documentation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Process improvement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Onboarding materials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Meeting notes synthesis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Project documentation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Operations Impact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Task: Document company processes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Without Claude: 2-3 weeks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With Claude: 2-3 days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Savings: 80+ hours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Benefit: Consistent, complete documentation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Finance Department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Report writing &amp; analysis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Budget variance explanation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Forecast summaries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Audit preparation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Presentation narratives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Finance Impact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Task: Monthly financial reporting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Without Claude: 2-3 days writing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With Claude: 2-3 hours writing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Savings: 15+ hours/month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Benefit: More time for analysis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Leadership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Strategic documents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Presentation narratives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Board communication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Decision analysis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Vision &amp; planning documents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ROI Calculation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Time saved/person/month × # of people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× hourly rate = $ value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Example: 10 hours × 20 people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× $50/hr = $10,000/month = $120K/year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Measuring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Track hours saved per task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Monitor output quality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Measure team satisfaction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Document completed projects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Calculate ROI quarterly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Implementation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Start with one department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Identify highest-impact use case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Train and support team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Measure results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Scale to other departments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Week 3 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Claude applies across all departments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Time savings: 60-80% for many tasks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Quality improvements are real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ROI is significant and measurable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Start small, scale systematically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2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D4294E"/>
                </a:solidFill>
              </a:defRPr>
            </a:pPr>
            <a:r>
              <a:t>Week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Advanced Claude Features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Projects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Organize by topic/client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Add custom instructions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Maintain conversation context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Invite team collaborators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Reuse for similar work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Knowledge Files Feature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Upload company documents: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• Brand guidelines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• Product specifications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• Past work samples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Claude remembers everything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Consistent outputs guaranteed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Artifacts for Creating Content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Generate code, HTML, documents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View in real-time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Make quick edits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Export as file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Professional quality output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Claude Code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Write &amp; run Python code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Data analysis on the fly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Generate charts &amp; visualizations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Test algorithms instantly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No setup required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Working with Data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Upload CSV, Excel, JSON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Ask Claude to analyze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Generate insights &amp; reports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Create visualizations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Export processed data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Long Document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Upload entire documents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Summarize key points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Extract specific information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Answer detailed questions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Compare multiple documents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Multi-Document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Upload 2-5 related documents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Ask Claude to compare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Identify similarities/differences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Synthesize insights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Create summary comparison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Image Analysis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Upload screenshots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Analyze UI/design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Extract text from images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Describe visual content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Suggest improvements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API Integration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Connect Claude to your systems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Automate workflows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Build custom applications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Integrate with existing tools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Enterprise deployment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Model Context Protocol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Connect to external services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Search the web in real-time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Access databases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Integrate with tools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Extend capabilities infinitely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Tips for Best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Give clear, detailed instructions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Use Projects for organization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Leverage Knowledge Files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Iterate when needed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Experiment with features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Week 4 Hands-On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1. Create a Project for your role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2. Upload a knowledge file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3. Write code or create an artifact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4. Refine based on feedback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5. Share your creation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Advanced Use Case: Marketing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Project: 'Q4 Campaign'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Knowledge: Brand guidelines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Task: Generate 20 email variations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Artifact: HTML email template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Iterate: A/B testing variants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Advanced Use Case: Sales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Project: 'Enterprise Proposals'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Knowledge: Pricing, case studies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Task: Generate custom proposals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Artifact: PDF-ready format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Iterate: Add specific details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Advanced Use Case: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Project: 'Process Documentation'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Knowledge: Existing SOPs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Task: Generate new procedures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Artifact: Formatted documentation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Iterate: Department feedback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Week 4 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Projects organize your work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Knowledge Files ensure consistency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Artifacts create professional output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Code execution is powerful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Advanced features multiply impact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2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D4294E"/>
                </a:solidFill>
              </a:defRPr>
            </a:pPr>
            <a:r>
              <a:t>Week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AI Adoption &amp; Capstone Project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AI Governance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Approved use cases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Data protection guidelines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Security protocols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Ethical guidelines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Compliance requirements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What Data is Safe to Share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✅ PUBLIC information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✅ Internal company processes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✅ De-identified customer info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❌ Passwords &amp; credentials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❌ Personal information (PII)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❌ Confidential trade secrets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Security 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Don't share passwords/API keys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Verify sensitive facts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Review outputs before use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Keep humans in control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Audit usage regularly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Responsible AI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1. Transparency: Disclose AI usage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2. Accuracy: Verify outputs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3. Privacy: Protect sensitive data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4. Human oversight: Keep control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5. Ethics: Use responsibly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Change Management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Phase 1: Awareness &amp; training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Phase 2: Early adoption &amp; support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Phase 3: Integration into workflows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Phase 4: Optimization &amp; scaling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Phase 5: Culture transformation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Handling Resistance to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Acknowledge concerns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Show ROI and benefits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Provide hands-on training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Share success stories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Offer ongoing support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Measuring Adoption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Monthly active users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Tasks completed with Claude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Time saved per person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Team satisfaction scores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Quality improvements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Building Your AI Culture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Celebrate early wins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Share learnings across teams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Reward innovation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Make it part of workflow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Continuous learning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Capstone 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Design a complete AI workflow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Solve a real business problem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Document your approach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Calculate ROI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Present to leadership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Capstone Project: HR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Problem: Hiring process takes too long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Solution: AI-powered screening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Tools: Projects, Knowledge Files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ROI: Save 40+ hours per hire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Scale: Apply to all roles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Capstone Project: Marketing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Problem: Content creation is slow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Solution: Batch content generation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Tools: Artifacts, Prompt library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ROI: 4x more content, 70% time saved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Scale: All campaigns and social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Capstone Project: Sales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Problem: Proposals take days to create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Solution: AI proposal generator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Tools: Projects, Templates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ROI: 4x faster, more won deals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Scale: All proposal types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Capstone: Presentation Format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5-min presentation covering: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1. Business problem identified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2. Your AI solution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3. How it works (demo if possible)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4. ROI calculation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5. Implementation plan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Capstone: Success Criteria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Real problem you're solving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Clear methodology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Measurable ROI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Scalable approach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Professional presentation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Future of AI in Your 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Next 6 months: Mastery building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Next year: Team adoption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Next 2 years: Deep integration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Competitive advantage growing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Your career advancement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Continuous Learning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Monthly office hours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Advanced workshops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Industry updates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Peer learning groups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Annual certification refresh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Your AI Mastery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Week 1: Understand the basics ✓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Week 2: Engineer powerful prompts ✓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Week 3: Apply to real problems ✓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Week 4: Master advanced features ✓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Week 5: Build and present solution →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Final Message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You now have everything you need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Skills to leverage AI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Framework for implementation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Support from your organization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Path to mastery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Now it's your turn to shine! 🚀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D4294E"/>
                </a:solidFill>
              </a:defRPr>
            </a:pPr>
            <a:r>
              <a:t>Certificate of Completion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Claude AI Training Program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Isharya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Completed by: [Your Name]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Date: [Completion Date]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Certified in AI Mastery &amp; Business Application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