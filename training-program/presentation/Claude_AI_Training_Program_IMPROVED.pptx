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4294E"/>
                </a:solidFill>
              </a:defRPr>
            </a:pPr>
            <a:r>
              <a:t>Claude AI Training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Transform Your Workforce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What is Claude?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Advanced AI assistant by Anthropic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Trained to be helpful, harmless, honest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Can write, analyze, code,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Context window: 200K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Available 24/7 via web &amp;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Why Claude for Business?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70% faster content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60% reduction in manual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Higher quality outputs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Cost-effective AI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Enterprise-grade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Claude Interface Demo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Simple, intuitive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Type your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Get instant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Refine and iterate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The Prompt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CONTEXT + TASK + FORMAT =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❌ Bad: 'Write an email'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✅ Good: 'Write a professional 3-paragraph email',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'    offering a job to [Name] for [Role]'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'    Include start date and next steps'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Prompt Examples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HR: Screening resumes, creating job posts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Marketing: Content ideas, email campaigns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Sales: Proposal templates, objection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Support: Response templates, FAQs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Finance: Report writing, analysis summaries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Business Workflow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Identify task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Create prompt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Test &amp; refine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Deploy &amp; measure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Department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HR: 60% faster hiring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Marketing: 70% faster content, 5x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Sales: 4x faster proposals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Support: 40% faster response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Operations: 80% faster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Advanced Claude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Projects: Organize with custom instructions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Knowledge Files: Add company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Artifacts: Create standalone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Code Execution: Run Python directly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File Analysis: Process documents &amp; images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4294E"/>
                </a:solidFill>
              </a:defRPr>
            </a:pPr>
            <a:r>
              <a:t>ROI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Investment: $50-75K Year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Expected Return: $500K+ savings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ROI Multiple: 7:1 to 10:1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Payback Period: 1-2 months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Adoption Target: 80%+ of employees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4294E"/>
                </a:solidFill>
              </a:defRPr>
            </a:pPr>
            <a:r>
              <a:t>Ready to Transform Your Organization?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Let's make Isharya AI-fluent!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